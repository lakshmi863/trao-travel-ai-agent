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58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4.png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8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Picture 4" descr="Archite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635"/>
            <a:ext cx="10968990" cy="6249035"/>
          </a:xfrm>
        </p:spPr>
        <p:txBody>
          <a:bodyPr/>
          <a:p>
            <a:pPr marL="0" indent="0">
              <a:buNone/>
            </a:pPr>
            <a:br>
              <a:rPr lang="en-US" altLang="en-US"/>
            </a:br>
            <a:r>
              <a:rPr lang="en-US" altLang="en-US" b="1"/>
              <a:t>Technolog</a:t>
            </a:r>
            <a:r>
              <a:rPr lang="en-IN" altLang="en-US" b="1"/>
              <a:t>s:</a:t>
            </a:r>
            <a:endParaRPr lang="en-IN" altLang="en-US" b="1"/>
          </a:p>
          <a:p>
            <a:pPr marL="0" indent="0">
              <a:buNone/>
            </a:pPr>
            <a:r>
              <a:rPr lang="en-IN" altLang="en-US" b="1"/>
              <a:t>Backend:</a:t>
            </a:r>
            <a:r>
              <a:rPr lang="en-IN" altLang="en-US"/>
              <a:t> Node.js, Express, MongoDB, React,vite, TypeScript</a:t>
            </a:r>
            <a:br>
              <a:rPr lang="en-IN" altLang="en-US"/>
            </a:br>
            <a:r>
              <a:rPr b="1">
                <a:solidFill>
                  <a:schemeClr val="tx1"/>
                </a:solidFill>
                <a:sym typeface="+mn-ea"/>
              </a:rPr>
              <a:t>Frontend</a:t>
            </a:r>
            <a:r>
              <a:rPr lang="en-IN" b="1">
                <a:solidFill>
                  <a:schemeClr val="tx1"/>
                </a:solidFill>
                <a:sym typeface="+mn-ea"/>
              </a:rPr>
              <a:t>:</a:t>
            </a:r>
            <a:endParaRPr lang="en-IN" altLang="en-US"/>
          </a:p>
          <a:p>
            <a:pPr marL="0" indent="0">
              <a:buNone/>
            </a:pPr>
            <a:r>
              <a:rPr>
                <a:sym typeface="+mn-ea"/>
              </a:rPr>
              <a:t>React + Vite + TypeScript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Pages: Login, Register, Dashboard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Components: TripForm, HotelCard</a:t>
            </a:r>
            <a:endParaRPr>
              <a:sym typeface="+mn-ea"/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Unit Testing</a:t>
            </a:r>
            <a:r>
              <a:rPr lang="en-IN" altLang="en-US" b="1"/>
              <a:t>: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40000"/>
          </a:bodyPr>
          <a:p>
            <a:r>
              <a:rPr lang="en-US" altLang="en-US" b="1"/>
              <a:t>api.test.js</a:t>
            </a:r>
            <a:r>
              <a:rPr lang="en-US" altLang="en-US"/>
              <a:t>  Route level test</a:t>
            </a:r>
            <a:endParaRPr lang="en-US" altLang="en-US"/>
          </a:p>
          <a:p>
            <a:r>
              <a:rPr lang="en-US" altLang="en-US"/>
              <a:t>Spins up a real Express app</a:t>
            </a:r>
            <a:endParaRPr lang="en-US" altLang="en-US"/>
          </a:p>
          <a:p>
            <a:r>
              <a:rPr lang="en-US" altLang="en-US"/>
              <a:t>Tests POST /api/auth/login with wrong credentials</a:t>
            </a:r>
            <a:endParaRPr lang="en-US" altLang="en-US"/>
          </a:p>
          <a:p>
            <a:r>
              <a:rPr lang="en-US" altLang="en-US"/>
              <a:t>Expects a 401 status and "Invalid email or password" message</a:t>
            </a:r>
            <a:endParaRPr lang="en-US" altLang="en-US"/>
          </a:p>
          <a:p>
            <a:r>
              <a:rPr lang="en-US" altLang="en-US"/>
              <a:t>Mocks User.findOne to return null so it never hits the real database</a:t>
            </a:r>
            <a:endParaRPr lang="en-US" altLang="en-US"/>
          </a:p>
          <a:p>
            <a:r>
              <a:rPr lang="en-US" altLang="en-US" b="1"/>
              <a:t>auth.test.js</a:t>
            </a:r>
            <a:r>
              <a:rPr lang="en-US" altLang="en-US"/>
              <a:t>  Controller unit test</a:t>
            </a:r>
            <a:endParaRPr lang="en-US" altLang="en-US"/>
          </a:p>
          <a:p>
            <a:r>
              <a:rPr lang="en-US" altLang="en-US"/>
              <a:t>Tests registerUser controller directly, without HTTP</a:t>
            </a:r>
            <a:endParaRPr lang="en-US" altLang="en-US"/>
          </a:p>
          <a:p>
            <a:r>
              <a:rPr lang="en-US" altLang="en-US"/>
              <a:t>Mocks User.findOne to return an existing user</a:t>
            </a:r>
            <a:endParaRPr lang="en-US" altLang="en-US"/>
          </a:p>
          <a:p>
            <a:r>
              <a:rPr lang="en-US" altLang="en-US"/>
              <a:t>Expects a 400 status and "User already exists" message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trip.test.js</a:t>
            </a:r>
            <a:r>
              <a:rPr lang="en-US" altLang="en-US"/>
              <a:t>  The most detailed test file</a:t>
            </a:r>
            <a:endParaRPr lang="en-US" altLang="en-US"/>
          </a:p>
          <a:p>
            <a:r>
              <a:rPr lang="en-US" altLang="en-US"/>
              <a:t>Tests generateNewTrip controller</a:t>
            </a:r>
            <a:endParaRPr lang="en-US" altLang="en-US"/>
          </a:p>
          <a:p>
            <a:r>
              <a:rPr lang="en-US" altLang="en-US"/>
              <a:t>Three test cases:</a:t>
            </a:r>
            <a:endParaRPr lang="en-US" altLang="en-US"/>
          </a:p>
          <a:p>
            <a:r>
              <a:rPr lang="en-US" altLang="en-US"/>
              <a:t>Missing destination → expects 400</a:t>
            </a:r>
            <a:endParaRPr lang="en-US" altLang="en-US"/>
          </a:p>
          <a:p>
            <a:r>
              <a:rPr lang="en-US" altLang="en-US"/>
              <a:t>Successful AI response → mocks fetch and Trip.save, expects 201</a:t>
            </a:r>
            <a:endParaRPr lang="en-US" altLang="en-US"/>
          </a:p>
          <a:p>
            <a:r>
              <a:rPr lang="en-US" altLang="en-US"/>
              <a:t>Gemini rate limit (429) → mocks setTimeout to skip backoff delay, expects 500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31210"/>
            <a:ext cx="10969200" cy="705600"/>
          </a:xfrm>
        </p:spPr>
        <p:txBody>
          <a:bodyPr>
            <a:normAutofit/>
          </a:bodyPr>
          <a:p>
            <a:r>
              <a:rPr lang="en-IN" altLang="en-US"/>
              <a:t>        Home 				Dashboard</a:t>
            </a:r>
            <a:endParaRPr lang="en-I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1042035"/>
            <a:ext cx="5325745" cy="58889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380" y="1042035"/>
            <a:ext cx="6865620" cy="58883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43930" y="0"/>
            <a:ext cx="6148070" cy="6858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99085" y="130810"/>
            <a:ext cx="4739640" cy="2830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/>
          </a:p>
          <a:p>
            <a:r>
              <a:rPr lang="en-US" altLang="en-US" sz="1600"/>
              <a:t> When the user is logged in, they land on the dashboard. The left column has the trip planning form with four inputs: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Destination</a:t>
            </a:r>
            <a:r>
              <a:rPr lang="en-IN" altLang="en-US" sz="1600"/>
              <a:t>:</a:t>
            </a:r>
            <a:r>
              <a:rPr lang="en-US" altLang="en-US" sz="1600"/>
              <a:t> e.g. "Tokyo, Japan"</a:t>
            </a:r>
            <a:endParaRPr lang="en-US" altLang="en-US" sz="1600"/>
          </a:p>
          <a:p>
            <a:r>
              <a:rPr lang="en-US" altLang="en-US" sz="1600"/>
              <a:t>Days </a:t>
            </a:r>
            <a:r>
              <a:rPr lang="en-IN" altLang="en-US" sz="1600"/>
              <a:t>:</a:t>
            </a:r>
            <a:r>
              <a:rPr lang="en-US" altLang="en-US" sz="1600"/>
              <a:t>min 1, max 10</a:t>
            </a:r>
            <a:endParaRPr lang="en-US" altLang="en-US" sz="1600"/>
          </a:p>
          <a:p>
            <a:r>
              <a:rPr lang="en-US" altLang="en-US" sz="1600"/>
              <a:t>Budget — a dropdown: Economic / Standard / Luxury (maps to Low / Medium / High in the backend)</a:t>
            </a:r>
            <a:endParaRPr lang="en-US" altLang="en-US" sz="1600"/>
          </a:p>
          <a:p>
            <a:r>
              <a:rPr lang="en-US" altLang="en-US" sz="1600"/>
              <a:t>Interests  e.g. "Food, Anime, Temples"</a:t>
            </a:r>
            <a:endParaRPr lang="en-US" altLang="en-US" sz="1600"/>
          </a:p>
        </p:txBody>
      </p:sp>
      <p:sp>
        <p:nvSpPr>
          <p:cNvPr id="9" name="Text Box 8"/>
          <p:cNvSpPr txBox="1"/>
          <p:nvPr/>
        </p:nvSpPr>
        <p:spPr>
          <a:xfrm>
            <a:off x="299085" y="3327083"/>
            <a:ext cx="5080000" cy="304609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Backend </a:t>
            </a:r>
            <a:r>
              <a:rPr lang="en-IN" sz="1600"/>
              <a:t>:</a:t>
            </a:r>
            <a:r>
              <a:rPr sz="1600"/>
              <a:t> the request hits POST /api/trips, passes through the auth middleware which verifies the JWT, then reaches generateNewTrip() in tripController.js.</a:t>
            </a:r>
            <a:endParaRPr sz="1600"/>
          </a:p>
          <a:p>
            <a:endParaRPr sz="1600"/>
          </a:p>
          <a:p>
            <a:r>
              <a:rPr sz="1600"/>
              <a:t>The controller builds a detailed prompt and sends it to the Gemini AI API. The prompt asks Gemini to return a strict JSON object containing:</a:t>
            </a:r>
            <a:endParaRPr sz="1600"/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Day-by-day itinerary with activities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Hotel suggestions with ratings and amenities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Estimated budget breakdown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Weather-aware packing list</a:t>
            </a:r>
            <a:endParaRPr sz="16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882005" cy="3731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005" y="635"/>
            <a:ext cx="692912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36875"/>
            <a:ext cx="8136890" cy="392176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 algn="ctr">
              <a:buNone/>
            </a:pPr>
            <a:r>
              <a:rPr lang="en-US" altLang="en-US" sz="7200"/>
              <a:t>Thank you</a:t>
            </a:r>
            <a:endParaRPr lang="en-US" altLang="en-US" sz="72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1626</Words>
  <Application>WPS Presentation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</vt:lpstr>
      <vt:lpstr>WPS</vt:lpstr>
      <vt:lpstr>PowerPoint 演示文稿</vt:lpstr>
      <vt:lpstr>PowerPoint 演示文稿</vt:lpstr>
      <vt:lpstr>PowerPoint 演示文稿</vt:lpstr>
      <vt:lpstr>Persona Support Agent, the three main pillars are: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/>
  <cp:lastModifiedBy>Lenovo</cp:lastModifiedBy>
  <cp:revision>4</cp:revision>
  <dcterms:created xsi:type="dcterms:W3CDTF">2026-06-20T03:09:00Z</dcterms:created>
  <dcterms:modified xsi:type="dcterms:W3CDTF">2026-06-22T06:35:37Z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0DE5CFB7762747D6A2823006A27E1717_12</vt:lpwstr>
  </property>
</Properties>
</file>